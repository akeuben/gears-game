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4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adow Schroeder" userId="61ff70a4-251d-4ed4-ab54-e13580f46053" providerId="ADAL" clId="{4CD4E077-9062-45A3-ACD2-086F8CAAC863}"/>
    <pc:docChg chg="custSel addSld modSld modMainMaster">
      <pc:chgData name="Meadow Schroeder" userId="61ff70a4-251d-4ed4-ab54-e13580f46053" providerId="ADAL" clId="{4CD4E077-9062-45A3-ACD2-086F8CAAC863}" dt="2023-11-27T18:36:20.950" v="25" actId="14100"/>
      <pc:docMkLst>
        <pc:docMk/>
      </pc:docMkLst>
      <pc:sldChg chg="addSp delSp modSp new mod modClrScheme chgLayout">
        <pc:chgData name="Meadow Schroeder" userId="61ff70a4-251d-4ed4-ab54-e13580f46053" providerId="ADAL" clId="{4CD4E077-9062-45A3-ACD2-086F8CAAC863}" dt="2023-11-27T18:36:20.950" v="25" actId="14100"/>
        <pc:sldMkLst>
          <pc:docMk/>
          <pc:sldMk cId="2047646744" sldId="256"/>
        </pc:sldMkLst>
        <pc:spChg chg="del mod ord">
          <ac:chgData name="Meadow Schroeder" userId="61ff70a4-251d-4ed4-ab54-e13580f46053" providerId="ADAL" clId="{4CD4E077-9062-45A3-ACD2-086F8CAAC863}" dt="2023-11-27T18:35:01.508" v="1" actId="700"/>
          <ac:spMkLst>
            <pc:docMk/>
            <pc:sldMk cId="2047646744" sldId="256"/>
            <ac:spMk id="2" creationId="{1E8DCFA9-1DAE-05BD-DF22-3B7F3F31D8B1}"/>
          </ac:spMkLst>
        </pc:spChg>
        <pc:spChg chg="del">
          <ac:chgData name="Meadow Schroeder" userId="61ff70a4-251d-4ed4-ab54-e13580f46053" providerId="ADAL" clId="{4CD4E077-9062-45A3-ACD2-086F8CAAC863}" dt="2023-11-27T18:35:01.508" v="1" actId="700"/>
          <ac:spMkLst>
            <pc:docMk/>
            <pc:sldMk cId="2047646744" sldId="256"/>
            <ac:spMk id="3" creationId="{EE4AA385-B89E-F434-501F-627E2435F571}"/>
          </ac:spMkLst>
        </pc:spChg>
        <pc:spChg chg="add del mod ord">
          <ac:chgData name="Meadow Schroeder" userId="61ff70a4-251d-4ed4-ab54-e13580f46053" providerId="ADAL" clId="{4CD4E077-9062-45A3-ACD2-086F8CAAC863}" dt="2023-11-27T18:35:07.546" v="2" actId="700"/>
          <ac:spMkLst>
            <pc:docMk/>
            <pc:sldMk cId="2047646744" sldId="256"/>
            <ac:spMk id="4" creationId="{32AD54F2-4EE8-4CD5-00E1-98EA7A599C11}"/>
          </ac:spMkLst>
        </pc:spChg>
        <pc:spChg chg="add mod">
          <ac:chgData name="Meadow Schroeder" userId="61ff70a4-251d-4ed4-ab54-e13580f46053" providerId="ADAL" clId="{4CD4E077-9062-45A3-ACD2-086F8CAAC863}" dt="2023-11-27T18:36:08.130" v="24" actId="1076"/>
          <ac:spMkLst>
            <pc:docMk/>
            <pc:sldMk cId="2047646744" sldId="256"/>
            <ac:spMk id="7" creationId="{1B1B705D-FFC8-0D72-7CCA-9928B52A65A7}"/>
          </ac:spMkLst>
        </pc:spChg>
        <pc:picChg chg="add mod">
          <ac:chgData name="Meadow Schroeder" userId="61ff70a4-251d-4ed4-ab54-e13580f46053" providerId="ADAL" clId="{4CD4E077-9062-45A3-ACD2-086F8CAAC863}" dt="2023-11-27T18:36:20.950" v="25" actId="14100"/>
          <ac:picMkLst>
            <pc:docMk/>
            <pc:sldMk cId="2047646744" sldId="256"/>
            <ac:picMk id="5" creationId="{B55DC168-4A14-205F-919C-6F504C88D8AA}"/>
          </ac:picMkLst>
        </pc:picChg>
      </pc:sldChg>
      <pc:sldMasterChg chg="modSp modSldLayout">
        <pc:chgData name="Meadow Schroeder" userId="61ff70a4-251d-4ed4-ab54-e13580f46053" providerId="ADAL" clId="{4CD4E077-9062-45A3-ACD2-086F8CAAC863}" dt="2023-11-27T18:35:29.412" v="4"/>
        <pc:sldMasterMkLst>
          <pc:docMk/>
          <pc:sldMasterMk cId="3349486097" sldId="2147483648"/>
        </pc:sldMasterMkLst>
        <pc:spChg chg="mod">
          <ac:chgData name="Meadow Schroeder" userId="61ff70a4-251d-4ed4-ab54-e13580f46053" providerId="ADAL" clId="{4CD4E077-9062-45A3-ACD2-086F8CAAC863}" dt="2023-11-27T18:35:29.412" v="4"/>
          <ac:spMkLst>
            <pc:docMk/>
            <pc:sldMasterMk cId="3349486097" sldId="2147483648"/>
            <ac:spMk id="2" creationId="{7C353F6A-612F-A11F-97D5-6D2C3C77FD57}"/>
          </ac:spMkLst>
        </pc:spChg>
        <pc:spChg chg="mod">
          <ac:chgData name="Meadow Schroeder" userId="61ff70a4-251d-4ed4-ab54-e13580f46053" providerId="ADAL" clId="{4CD4E077-9062-45A3-ACD2-086F8CAAC863}" dt="2023-11-27T18:35:29.412" v="4"/>
          <ac:spMkLst>
            <pc:docMk/>
            <pc:sldMasterMk cId="3349486097" sldId="2147483648"/>
            <ac:spMk id="3" creationId="{1B3C86E0-0DDF-078D-ED65-B133DF5F2813}"/>
          </ac:spMkLst>
        </pc:spChg>
        <pc:spChg chg="mod">
          <ac:chgData name="Meadow Schroeder" userId="61ff70a4-251d-4ed4-ab54-e13580f46053" providerId="ADAL" clId="{4CD4E077-9062-45A3-ACD2-086F8CAAC863}" dt="2023-11-27T18:35:29.412" v="4"/>
          <ac:spMkLst>
            <pc:docMk/>
            <pc:sldMasterMk cId="3349486097" sldId="2147483648"/>
            <ac:spMk id="4" creationId="{35BB7C01-DC1E-2321-8CAF-983A0766FC94}"/>
          </ac:spMkLst>
        </pc:spChg>
        <pc:spChg chg="mod">
          <ac:chgData name="Meadow Schroeder" userId="61ff70a4-251d-4ed4-ab54-e13580f46053" providerId="ADAL" clId="{4CD4E077-9062-45A3-ACD2-086F8CAAC863}" dt="2023-11-27T18:35:29.412" v="4"/>
          <ac:spMkLst>
            <pc:docMk/>
            <pc:sldMasterMk cId="3349486097" sldId="2147483648"/>
            <ac:spMk id="5" creationId="{9AE5E48D-9B90-80FA-4C66-1DC6C2FE9010}"/>
          </ac:spMkLst>
        </pc:spChg>
        <pc:spChg chg="mod">
          <ac:chgData name="Meadow Schroeder" userId="61ff70a4-251d-4ed4-ab54-e13580f46053" providerId="ADAL" clId="{4CD4E077-9062-45A3-ACD2-086F8CAAC863}" dt="2023-11-27T18:35:29.412" v="4"/>
          <ac:spMkLst>
            <pc:docMk/>
            <pc:sldMasterMk cId="3349486097" sldId="2147483648"/>
            <ac:spMk id="6" creationId="{8FAD62E2-487D-3478-CB61-9B40A411E795}"/>
          </ac:spMkLst>
        </pc:spChg>
        <pc:sldLayoutChg chg="modSp">
          <pc:chgData name="Meadow Schroeder" userId="61ff70a4-251d-4ed4-ab54-e13580f46053" providerId="ADAL" clId="{4CD4E077-9062-45A3-ACD2-086F8CAAC863}" dt="2023-11-27T18:35:29.412" v="4"/>
          <pc:sldLayoutMkLst>
            <pc:docMk/>
            <pc:sldMasterMk cId="3349486097" sldId="2147483648"/>
            <pc:sldLayoutMk cId="1564981738" sldId="2147483649"/>
          </pc:sldLayoutMkLst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1564981738" sldId="2147483649"/>
              <ac:spMk id="2" creationId="{90C9BD4B-EA57-8E39-0E4D-471A807F62B0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1564981738" sldId="2147483649"/>
              <ac:spMk id="3" creationId="{2122FEF3-D7AE-6968-1581-476B83A26FF7}"/>
            </ac:spMkLst>
          </pc:spChg>
        </pc:sldLayoutChg>
        <pc:sldLayoutChg chg="modSp">
          <pc:chgData name="Meadow Schroeder" userId="61ff70a4-251d-4ed4-ab54-e13580f46053" providerId="ADAL" clId="{4CD4E077-9062-45A3-ACD2-086F8CAAC863}" dt="2023-11-27T18:35:29.412" v="4"/>
          <pc:sldLayoutMkLst>
            <pc:docMk/>
            <pc:sldMasterMk cId="3349486097" sldId="2147483648"/>
            <pc:sldLayoutMk cId="493622972" sldId="2147483651"/>
          </pc:sldLayoutMkLst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493622972" sldId="2147483651"/>
              <ac:spMk id="2" creationId="{1516417D-34A8-CB3E-1A92-E61181EC1D96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493622972" sldId="2147483651"/>
              <ac:spMk id="3" creationId="{3D07FD29-EE24-79F5-CCE7-12CC0FAA2251}"/>
            </ac:spMkLst>
          </pc:spChg>
        </pc:sldLayoutChg>
        <pc:sldLayoutChg chg="modSp">
          <pc:chgData name="Meadow Schroeder" userId="61ff70a4-251d-4ed4-ab54-e13580f46053" providerId="ADAL" clId="{4CD4E077-9062-45A3-ACD2-086F8CAAC863}" dt="2023-11-27T18:35:29.412" v="4"/>
          <pc:sldLayoutMkLst>
            <pc:docMk/>
            <pc:sldMasterMk cId="3349486097" sldId="2147483648"/>
            <pc:sldLayoutMk cId="1334151694" sldId="2147483652"/>
          </pc:sldLayoutMkLst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1334151694" sldId="2147483652"/>
              <ac:spMk id="3" creationId="{E2DC72FC-00FD-4900-00DA-9EAB378E7B52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1334151694" sldId="2147483652"/>
              <ac:spMk id="4" creationId="{803D652D-E5FE-9F93-C5C0-4D4E2FE34DFC}"/>
            </ac:spMkLst>
          </pc:spChg>
        </pc:sldLayoutChg>
        <pc:sldLayoutChg chg="modSp">
          <pc:chgData name="Meadow Schroeder" userId="61ff70a4-251d-4ed4-ab54-e13580f46053" providerId="ADAL" clId="{4CD4E077-9062-45A3-ACD2-086F8CAAC863}" dt="2023-11-27T18:35:29.412" v="4"/>
          <pc:sldLayoutMkLst>
            <pc:docMk/>
            <pc:sldMasterMk cId="3349486097" sldId="2147483648"/>
            <pc:sldLayoutMk cId="4037307422" sldId="2147483653"/>
          </pc:sldLayoutMkLst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4037307422" sldId="2147483653"/>
              <ac:spMk id="2" creationId="{1499CF9A-3EA1-75F5-4EA3-A2663596D229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4037307422" sldId="2147483653"/>
              <ac:spMk id="3" creationId="{CDEB229A-A793-DA10-85F1-6D08A85E5FCF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4037307422" sldId="2147483653"/>
              <ac:spMk id="4" creationId="{B3EDC6D3-5784-EF5D-B493-F9FA1DF7CFB9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4037307422" sldId="2147483653"/>
              <ac:spMk id="5" creationId="{2410C2D6-9A86-6D70-D0A9-62FC9E4D85F5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4037307422" sldId="2147483653"/>
              <ac:spMk id="6" creationId="{FC88E194-6DC8-656D-4723-9391635C074E}"/>
            </ac:spMkLst>
          </pc:spChg>
        </pc:sldLayoutChg>
        <pc:sldLayoutChg chg="modSp">
          <pc:chgData name="Meadow Schroeder" userId="61ff70a4-251d-4ed4-ab54-e13580f46053" providerId="ADAL" clId="{4CD4E077-9062-45A3-ACD2-086F8CAAC863}" dt="2023-11-27T18:35:29.412" v="4"/>
          <pc:sldLayoutMkLst>
            <pc:docMk/>
            <pc:sldMasterMk cId="3349486097" sldId="2147483648"/>
            <pc:sldLayoutMk cId="1842869399" sldId="2147483656"/>
          </pc:sldLayoutMkLst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1842869399" sldId="2147483656"/>
              <ac:spMk id="2" creationId="{A934867E-65AA-90B1-37DD-CE4FE9571F51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1842869399" sldId="2147483656"/>
              <ac:spMk id="3" creationId="{D46C73BA-1A24-D3DC-5996-A9FF60B902E6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1842869399" sldId="2147483656"/>
              <ac:spMk id="4" creationId="{C9636C9C-3CF3-CCAA-58B5-CF4465DCC607}"/>
            </ac:spMkLst>
          </pc:spChg>
        </pc:sldLayoutChg>
        <pc:sldLayoutChg chg="modSp">
          <pc:chgData name="Meadow Schroeder" userId="61ff70a4-251d-4ed4-ab54-e13580f46053" providerId="ADAL" clId="{4CD4E077-9062-45A3-ACD2-086F8CAAC863}" dt="2023-11-27T18:35:29.412" v="4"/>
          <pc:sldLayoutMkLst>
            <pc:docMk/>
            <pc:sldMasterMk cId="3349486097" sldId="2147483648"/>
            <pc:sldLayoutMk cId="850215890" sldId="2147483657"/>
          </pc:sldLayoutMkLst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850215890" sldId="2147483657"/>
              <ac:spMk id="2" creationId="{A774B6A0-E939-BD33-3616-1F6092AF7F70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850215890" sldId="2147483657"/>
              <ac:spMk id="3" creationId="{E7CA30CD-D175-2B0D-0495-9FE122B48653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850215890" sldId="2147483657"/>
              <ac:spMk id="4" creationId="{2D0CD951-F95E-3F56-0108-DE3788FD1397}"/>
            </ac:spMkLst>
          </pc:spChg>
        </pc:sldLayoutChg>
        <pc:sldLayoutChg chg="modSp">
          <pc:chgData name="Meadow Schroeder" userId="61ff70a4-251d-4ed4-ab54-e13580f46053" providerId="ADAL" clId="{4CD4E077-9062-45A3-ACD2-086F8CAAC863}" dt="2023-11-27T18:35:29.412" v="4"/>
          <pc:sldLayoutMkLst>
            <pc:docMk/>
            <pc:sldMasterMk cId="3349486097" sldId="2147483648"/>
            <pc:sldLayoutMk cId="2868794466" sldId="2147483659"/>
          </pc:sldLayoutMkLst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2868794466" sldId="2147483659"/>
              <ac:spMk id="2" creationId="{53EEBCA4-B3E0-B450-6D1F-01E2C2FC5F34}"/>
            </ac:spMkLst>
          </pc:spChg>
          <pc:spChg chg="mod">
            <ac:chgData name="Meadow Schroeder" userId="61ff70a4-251d-4ed4-ab54-e13580f46053" providerId="ADAL" clId="{4CD4E077-9062-45A3-ACD2-086F8CAAC863}" dt="2023-11-27T18:35:29.412" v="4"/>
            <ac:spMkLst>
              <pc:docMk/>
              <pc:sldMasterMk cId="3349486097" sldId="2147483648"/>
              <pc:sldLayoutMk cId="2868794466" sldId="2147483659"/>
              <ac:spMk id="3" creationId="{4C5F703B-215B-1D3B-3CD7-712467D187AA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9898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128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95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8854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6227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245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579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6351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1343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323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973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16230-70F9-4844-8884-E4F6683E40DB}" type="datetimeFigureOut">
              <a:rPr lang="en-CA" smtClean="0"/>
              <a:t>2023-11-27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5176C-F8E1-48A6-A4F8-E6AC0A5E1B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453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5DC168-4A14-205F-919C-6F504C88D8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67" t="27188" r="18498" b="6706"/>
          <a:stretch/>
        </p:blipFill>
        <p:spPr bwMode="auto">
          <a:xfrm>
            <a:off x="59362" y="469727"/>
            <a:ext cx="8978168" cy="53298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1B705D-FFC8-0D72-7CCA-9928B52A65A7}"/>
              </a:ext>
            </a:extLst>
          </p:cNvPr>
          <p:cNvSpPr txBox="1"/>
          <p:nvPr/>
        </p:nvSpPr>
        <p:spPr>
          <a:xfrm>
            <a:off x="1290182" y="6437045"/>
            <a:ext cx="7108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Source: https://www.caddra.ca/wp-content/uploads/Research-Digest_Dec-2021_FINAL.pdf</a:t>
            </a:r>
          </a:p>
        </p:txBody>
      </p:sp>
    </p:spTree>
    <p:extLst>
      <p:ext uri="{BB962C8B-B14F-4D97-AF65-F5344CB8AC3E}">
        <p14:creationId xmlns:p14="http://schemas.microsoft.com/office/powerpoint/2010/main" val="20476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21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Meadow Schroeder</dc:creator>
  <cp:lastModifiedBy>Meadow Schroeder</cp:lastModifiedBy>
  <cp:revision>1</cp:revision>
  <dcterms:created xsi:type="dcterms:W3CDTF">2023-11-27T18:34:55Z</dcterms:created>
  <dcterms:modified xsi:type="dcterms:W3CDTF">2023-11-27T18:37:54Z</dcterms:modified>
</cp:coreProperties>
</file>